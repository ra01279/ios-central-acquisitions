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  <p:sldId id="275" r:id="rIdS20"/>
    <p:sldId id="276" r:id="rIdS21"/>
    <p:sldId id="277" r:id="rIdS22"/>
    <p:sldId id="278" r:id="rIdS23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Relationships xmlns="http://schemas.openxmlformats.org/package/2006/relationships"><Relationship Id="rId3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ec Sum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58A5E8A0-A524-4B53-9547-32E1E520BA58}"/>
              </a:ext>
            </a:extLst>
          </p:cNvPr>
          <p:cNvSpPr txBox="1"/>
          <p:nvPr userDrawn="1"/>
        </p:nvSpPr>
        <p:spPr>
          <a:xfrm>
            <a:off x="178244" y="6261112"/>
            <a:ext cx="2945956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0" spc="-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Dalfen Industrial</a:t>
            </a:r>
            <a:endParaRPr sz="1000">
              <a:solidFill>
                <a:srgbClr val="333333"/>
              </a:solidFill>
              <a:latin typeface="+mn-lt"/>
              <a:ea typeface="Lato" panose="020F0502020204030203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000" b="0" spc="-1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17304 </a:t>
            </a:r>
            <a:r>
              <a:rPr sz="1000" b="0" spc="-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Preston Road, Suite </a:t>
            </a:r>
            <a:r>
              <a:rPr sz="1000" b="0" spc="-1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550, </a:t>
            </a:r>
            <a:r>
              <a:rPr sz="1000" b="0" spc="-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Dallas, </a:t>
            </a:r>
            <a:r>
              <a:rPr sz="1000" b="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TX</a:t>
            </a:r>
            <a:r>
              <a:rPr sz="1000" b="0" spc="15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 </a:t>
            </a:r>
            <a:r>
              <a:rPr sz="1000" b="0" spc="-10">
                <a:solidFill>
                  <a:srgbClr val="333333"/>
                </a:solidFill>
                <a:latin typeface="+mn-lt"/>
                <a:ea typeface="Lato" panose="020F0502020204030203" pitchFamily="34" charset="0"/>
                <a:cs typeface="Arial" panose="020B0604020202020204" pitchFamily="34" charset="0"/>
              </a:rPr>
              <a:t>75252</a:t>
            </a:r>
            <a:endParaRPr sz="1000">
              <a:solidFill>
                <a:srgbClr val="333333"/>
              </a:solidFill>
              <a:latin typeface="+mn-lt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22B9920-FB5F-4DE5-B5FB-52CFCF63488F}"/>
              </a:ext>
            </a:extLst>
          </p:cNvPr>
          <p:cNvSpPr/>
          <p:nvPr userDrawn="1"/>
        </p:nvSpPr>
        <p:spPr>
          <a:xfrm>
            <a:off x="190500" y="275843"/>
            <a:ext cx="3025139" cy="758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B1649A-688D-48CD-A4F3-A14221313CDC}"/>
              </a:ext>
            </a:extLst>
          </p:cNvPr>
          <p:cNvSpPr/>
          <p:nvPr userDrawn="1"/>
        </p:nvSpPr>
        <p:spPr>
          <a:xfrm>
            <a:off x="0" y="4589060"/>
            <a:ext cx="9144000" cy="460247"/>
          </a:xfrm>
          <a:prstGeom prst="rect">
            <a:avLst/>
          </a:prstGeom>
          <a:solidFill>
            <a:srgbClr val="10253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227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xec Sum -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anchor="b"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Lato"/>
              </a:defRPr>
            </a:lvl1pPr>
          </a:lstStyle>
          <a:p>
            <a:fld id="{4654C7DB-9996-4A1C-9E39-845E1CE776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DC65D-1FA1-4DA2-B502-AC7E6F63539A}"/>
              </a:ext>
            </a:extLst>
          </p:cNvPr>
          <p:cNvSpPr/>
          <p:nvPr userDrawn="1"/>
        </p:nvSpPr>
        <p:spPr>
          <a:xfrm>
            <a:off x="83796" y="180357"/>
            <a:ext cx="1799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lang="en-US" b="1" spc="-114" dirty="0">
                <a:solidFill>
                  <a:srgbClr val="10253F"/>
                </a:solidFill>
                <a:latin typeface="+mn-lt"/>
                <a:cs typeface="Arial"/>
              </a:rPr>
              <a:t>{{PROPERTY}}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625A17-0C0A-4603-8860-D40F0677F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86622"/>
            <a:ext cx="1370206" cy="55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3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55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Exec Sum [1784834036769]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50800">
          <a:noFill/>
        </a:ln>
      </a:spPr>
      <a:bodyPr rtlCol="0" anchor="ctr"/>
      <a:lstStyle>
        <a:defPPr algn="ctr">
          <a:spcAft>
            <a:spcPts val="600"/>
          </a:spcAft>
          <a:defRPr sz="900" b="1" dirty="0" smtClean="0">
            <a:solidFill>
              <a:srgbClr val="333333"/>
            </a:solidFill>
            <a:latin typeface="Lato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